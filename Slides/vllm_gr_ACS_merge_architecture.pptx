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f5ead1890042d2" /><Relationship Type="http://schemas.openxmlformats.org/officeDocument/2006/relationships/extended-properties" Target="/docProps/app.xml" Id="Rdf87206b6c3f4068" /><Relationship Type="http://schemas.openxmlformats.org/officeDocument/2006/relationships/officeDocument" Target="/ppt/presentation.xml" Id="R1faf690ae19c45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eceb36f6884e12"/>
  </p:sldMasterIdLst>
  <p:notesMasterIdLst>
    <p:notesMasterId xmlns:r="http://schemas.openxmlformats.org/officeDocument/2006/relationships" r:id="Rb8b35344c7184cba"/>
  </p:notesMasterIdLst>
  <p:sldIdLst>
    <p:sldId xmlns:r="http://schemas.openxmlformats.org/officeDocument/2006/relationships" id="256" r:id="R0ad3c78e648e4d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9c0072c1964634" /><Relationship Type="http://schemas.openxmlformats.org/officeDocument/2006/relationships/slideMaster" Target="/ppt/slideMasters/slideMaster1.xml" Id="Ra3eceb36f6884e12" /><Relationship Type="http://schemas.openxmlformats.org/officeDocument/2006/relationships/notesMaster" Target="/ppt/notesMasters/notesMaster1.xml" Id="Rb8b35344c7184cba" /><Relationship Type="http://schemas.openxmlformats.org/officeDocument/2006/relationships/presProps" Target="/ppt/presProps.xml" Id="R3f45f65d199544a7" /><Relationship Type="http://schemas.openxmlformats.org/officeDocument/2006/relationships/tableStyles" Target="/ppt/tableStyles.xml" Id="R9fc34b10a4ec453f" /><Relationship Type="http://schemas.openxmlformats.org/officeDocument/2006/relationships/slide" Target="/ppt/slides/slide1.xml" Id="R0ad3c78e648e4d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0de00ea77048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95250" dir="5400000">
              <a:srgbClr val="1A5FD6">
                <a:alpha val="18000"/>
              </a:srgbClr>
            </a:outerShdw>
          </a:effectLst>
        </a:effectStyle>
        <a:effectStyle>
          <a:effectLst>
            <a:outerShdw blurRad="190500" dist="66675" dir="5400000">
              <a:srgbClr val="1C3553">
                <a:alpha val="10000"/>
              </a:srgbClr>
            </a:outerShdw>
          </a:effectLst>
        </a:effectStyle>
        <a:effectStyle>
          <a:effectLst>
            <a:outerShdw blurRad="133350" dist="60241" dir="4293903">
              <a:srgbClr val="000000">
                <a:alpha val="1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47a671a07c4c5a" /><Relationship Type="http://schemas.openxmlformats.org/officeDocument/2006/relationships/notesMaster" Target="/ppt/notesMasters/notesMaster1.xml" Id="R14b4a7ffd9094a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ce73896d3b41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fe678601c84246" /><Relationship Type="http://schemas.openxmlformats.org/officeDocument/2006/relationships/slideLayout" Target="/ppt/slideLayouts/slideLayout1.xml" Id="Rc6db4285542e40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db4285542e40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95250" dir="5400000">
              <a:srgbClr val="1A5FD6">
                <a:alpha val="18000"/>
              </a:srgbClr>
            </a:outerShdw>
          </a:effectLst>
        </a:effectStyle>
        <a:effectStyle>
          <a:effectLst>
            <a:outerShdw blurRad="190500" dist="66675" dir="5400000">
              <a:srgbClr val="1C3553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c4cad468442c0" /><Relationship Type="http://schemas.openxmlformats.org/officeDocument/2006/relationships/notesSlide" Target="/ppt/notesSlides/notesSlide1.xml" Id="R5f57d83cdf0749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architecture-glow">
            <a:extLst xmlns:a="http://schemas.openxmlformats.org/drawingml/2006/main">
              <a:ext uri="{FF2B5EF4-FFF2-40B4-BE49-F238E27FC236}">
                <a16:creationId xmlns:a16="http://schemas.microsoft.com/office/drawing/2014/main" id="{4192F0D8-3638-4838-83BC-C0855FA4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19250"/>
            <a:ext cx="6858000" cy="3048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81B27AF7-AF9C-47D6-8B30-7FE6BAD5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485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1">
                <a:solidFill>
                  <a:srgbClr val="256F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4472C4"/>
                </a:solidFill>
                <a:latin typeface="Noto Sans CJK SC"/>
                <a:ea typeface="Noto Sans CJK SC"/>
                <a:cs typeface="Noto Sans CJK SC"/>
              </a:rPr>
              <a:t>vLLM-GR  /  TARGET MERGE ARCHITECTURE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AC40F6-82E6-461A-B1F0-0E6D577C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>
                <a:solidFill>
                  <a:srgbClr val="0B1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目标态：统一推理内核，承载 CUDA 与 Ascend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E9D6BEC-FF78-404B-9334-8241DFCB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095375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0">
                <a:solidFill>
                  <a:srgbClr val="6678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通用 Beam / Graph 能力进入统一内核，CUDA 与 Ascend 仅保留平台实现。</a:t>
            </a:r>
          </a:p>
        </p:txBody>
      </p:sp>
      <p:sp>
        <p:nvSpPr>
          <p:cNvPr id="5" name="signature-metric">
            <a:extLst xmlns:a="http://schemas.openxmlformats.org/drawingml/2006/main">
              <a:ext uri="{FF2B5EF4-FFF2-40B4-BE49-F238E27FC236}">
                <a16:creationId xmlns:a16="http://schemas.microsoft.com/office/drawing/2014/main" id="{CAF52688-7081-4461-B4B6-62442CB5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2025" b="1">
                <a:solidFill>
                  <a:srgbClr val="256F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4472C4"/>
                </a:solidFill>
                <a:latin typeface="Noto Sans CJK SC"/>
                <a:ea typeface="Noto Sans CJK SC"/>
                <a:cs typeface="Noto Sans CJK SC"/>
              </a:rPr>
              <a:t>1 · 1 ·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A8438-B6A7-4E39-B3E5-C3489E8B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819150"/>
            <a:ext cx="2590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825" b="1">
                <a:solidFill>
                  <a:srgbClr val="96A6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CONTROL  /  SEMANTICS  /  BACKENDS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B6622-4B47-4ECE-9F60-913266ED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1430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825" b="1">
                <a:solidFill>
                  <a:srgbClr val="1656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4472C4"/>
                </a:solidFill>
                <a:latin typeface="Noto Sans CJK SC"/>
                <a:ea typeface="Noto Sans CJK SC"/>
                <a:cs typeface="Noto Sans CJK SC"/>
              </a:rPr>
              <a:t>FINAL TARGET</a:t>
            </a:r>
          </a:p>
        </p:txBody>
      </p:sp>
      <p:sp>
        <p:nvSpPr>
          <p:cNvPr id="8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21372B06-5F04-4F45-B23F-991ECC88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ntrol-to-runtime">
            <a:extLst xmlns:a="http://schemas.openxmlformats.org/drawingml/2006/main">
              <a:ext uri="{FF2B5EF4-FFF2-40B4-BE49-F238E27FC236}">
                <a16:creationId xmlns:a16="http://schemas.microsoft.com/office/drawing/2014/main" id="{B5DBA5AB-08F9-4AEC-9B33-6A7C8A84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untime-to-branch">
            <a:extLst xmlns:a="http://schemas.openxmlformats.org/drawingml/2006/main">
              <a:ext uri="{FF2B5EF4-FFF2-40B4-BE49-F238E27FC236}">
                <a16:creationId xmlns:a16="http://schemas.microsoft.com/office/drawing/2014/main" id="{FAB5CCCD-DD46-49BF-A8E0-F1975EE8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33775"/>
            <a:ext cx="19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ackend-branch">
            <a:extLst xmlns:a="http://schemas.openxmlformats.org/drawingml/2006/main">
              <a:ext uri="{FF2B5EF4-FFF2-40B4-BE49-F238E27FC236}">
                <a16:creationId xmlns:a16="http://schemas.microsoft.com/office/drawing/2014/main" id="{158A971A-FFA2-4001-8F4C-5496B5CF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24275"/>
            <a:ext cx="405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ranch-to-cuda">
            <a:extLst xmlns:a="http://schemas.openxmlformats.org/drawingml/2006/main">
              <a:ext uri="{FF2B5EF4-FFF2-40B4-BE49-F238E27FC236}">
                <a16:creationId xmlns:a16="http://schemas.microsoft.com/office/drawing/2014/main" id="{E5F454F0-0955-4A23-8E61-09B8BB9F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24275"/>
            <a:ext cx="19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ranch-to-ascend">
            <a:extLst xmlns:a="http://schemas.openxmlformats.org/drawingml/2006/main">
              <a:ext uri="{FF2B5EF4-FFF2-40B4-BE49-F238E27FC236}">
                <a16:creationId xmlns:a16="http://schemas.microsoft.com/office/drawing/2014/main" id="{ABA186B9-3D15-4807-9C50-0B74916B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724275"/>
            <a:ext cx="19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ntrol-plane-layer">
            <a:extLst xmlns:a="http://schemas.openxmlformats.org/drawingml/2006/main">
              <a:ext uri="{FF2B5EF4-FFF2-40B4-BE49-F238E27FC236}">
                <a16:creationId xmlns:a16="http://schemas.microsoft.com/office/drawing/2014/main" id="{B7B37904-615C-4973-B474-1F12794F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79057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7E6E6"/>
          </a:solidFill>
          <a:ln xmlns:a="http://schemas.openxmlformats.org/drawingml/2006/main" w="10954">
            <a:solidFill>
              <a:srgbClr val="22222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5" name="control-accent">
            <a:extLst xmlns:a="http://schemas.openxmlformats.org/drawingml/2006/main">
              <a:ext uri="{FF2B5EF4-FFF2-40B4-BE49-F238E27FC236}">
                <a16:creationId xmlns:a16="http://schemas.microsoft.com/office/drawing/2014/main" id="{DA7D82D5-3217-411E-88B4-1127A758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5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8D887-F08D-4024-89BE-9E64D151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952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6678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01  统一控制面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7BD8CE-E1A5-409C-91DA-76D9CEEE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1">
                <a:solidFill>
                  <a:srgbClr val="0B1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EngineCore  ·  Scheduler  ·  Request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EA0C89-E0B6-44C8-9AD3-00E32FAE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5262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1200" b="0">
                <a:solidFill>
                  <a:srgbClr val="6678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生命周期 / 准入 / stop &amp; abort</a:t>
            </a:r>
          </a:p>
        </p:txBody>
      </p:sp>
      <p:sp>
        <p:nvSpPr>
          <p:cNvPr id="19" name="unified-execution-core">
            <a:extLst xmlns:a="http://schemas.openxmlformats.org/drawingml/2006/main">
              <a:ext uri="{FF2B5EF4-FFF2-40B4-BE49-F238E27FC236}">
                <a16:creationId xmlns:a16="http://schemas.microsoft.com/office/drawing/2014/main" id="{DE3AF6F7-A330-4D14-8C46-586C62FE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790575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10954">
            <a:solidFill>
              <a:srgbClr val="22222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87A865-B877-4CC4-924F-178EF19F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6525"/>
            <a:ext cx="2190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E7F0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02  统一执行内核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7AC864-9E0F-4CDF-B749-486A6151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638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ModelRunner V2  ·  Beam Runtime  ·  Graph Contract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3B5BA-6673-4E63-A509-CE1F38CB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590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E4EE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BeamStepPlan  ·  BufferSpec  ·  GraphPlan  ·  Capability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D1B6F8-2EB2-44C4-B7D7-D43860AE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051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825" b="1">
                <a:solidFill>
                  <a:srgbClr val="E7F0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HARDWARE-AGNOSTIC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02FB56-30E0-4748-A49F-69FA87D8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00375"/>
            <a:ext cx="1181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稳定协议</a:t>
            </a:r>
          </a:p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可扩展能力</a:t>
            </a:r>
          </a:p>
        </p:txBody>
      </p:sp>
      <p:sp>
        <p:nvSpPr>
          <p:cNvPr id="25" name="cuda-backend">
            <a:extLst xmlns:a="http://schemas.openxmlformats.org/drawingml/2006/main">
              <a:ext uri="{FF2B5EF4-FFF2-40B4-BE49-F238E27FC236}">
                <a16:creationId xmlns:a16="http://schemas.microsoft.com/office/drawing/2014/main" id="{93F88EA1-1310-4308-84B5-D47D2ABC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3838575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B4C7E7"/>
          </a:solidFill>
          <a:ln xmlns:a="http://schemas.openxmlformats.org/drawingml/2006/main" w="10954">
            <a:solidFill>
              <a:srgbClr val="22222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6" name="cuda-top-accent">
            <a:extLst xmlns:a="http://schemas.openxmlformats.org/drawingml/2006/main">
              <a:ext uri="{FF2B5EF4-FFF2-40B4-BE49-F238E27FC236}">
                <a16:creationId xmlns:a16="http://schemas.microsoft.com/office/drawing/2014/main" id="{0EAA8A73-900C-43B2-8A11-B1770CF0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383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6FFD4E-0A81-4B74-9852-0505E917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00A8D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4472C4"/>
                </a:solidFill>
                <a:latin typeface="Noto Sans CJK SC"/>
                <a:ea typeface="Noto Sans CJK SC"/>
                <a:cs typeface="Noto Sans CJK SC"/>
              </a:rPr>
              <a:t>03  CUDA BACKEND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931429-C3B3-4101-BB86-6C7D8786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1">
                <a:solidFill>
                  <a:srgbClr val="0B1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CUDA Graph  ·  CUDA / Triton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664F00-441D-4502-B907-3F346845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1525"/>
            <a:ext cx="3286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96A6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平台私有：memory · workspace · kernels</a:t>
            </a:r>
          </a:p>
        </p:txBody>
      </p:sp>
      <p:sp>
        <p:nvSpPr>
          <p:cNvPr id="30" name="ascend-backend">
            <a:extLst xmlns:a="http://schemas.openxmlformats.org/drawingml/2006/main">
              <a:ext uri="{FF2B5EF4-FFF2-40B4-BE49-F238E27FC236}">
                <a16:creationId xmlns:a16="http://schemas.microsoft.com/office/drawing/2014/main" id="{EABB5094-2278-4193-815B-62F1D5DD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48100"/>
            <a:ext cx="3838575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4B6C2"/>
          </a:solidFill>
          <a:ln xmlns:a="http://schemas.openxmlformats.org/drawingml/2006/main" w="10954">
            <a:solidFill>
              <a:srgbClr val="22222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1" name="ascend-top-accent">
            <a:extLst xmlns:a="http://schemas.openxmlformats.org/drawingml/2006/main">
              <a:ext uri="{FF2B5EF4-FFF2-40B4-BE49-F238E27FC236}">
                <a16:creationId xmlns:a16="http://schemas.microsoft.com/office/drawing/2014/main" id="{D5DED01C-FDE8-4536-B3EA-93967DDD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48100"/>
            <a:ext cx="383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CA1405-CE7B-468F-A292-95CFE7F3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0005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00A8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C46A7A"/>
                </a:solidFill>
                <a:latin typeface="Noto Sans CJK SC"/>
                <a:ea typeface="Noto Sans CJK SC"/>
                <a:cs typeface="Noto Sans CJK SC"/>
              </a:rPr>
              <a:t>04  ASCEND BACKEND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6E4979-72E3-4D79-98B8-0CA2C865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248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1">
                <a:solidFill>
                  <a:srgbClr val="0B1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ACL Graph  ·  Ascend Ops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AC4ED0-E4E8-49C1-B4DD-6FBE0F45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581525"/>
            <a:ext cx="3286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96A6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平台私有：memory · workspace · kernels</a:t>
            </a:r>
          </a:p>
        </p:txBody>
      </p:sp>
      <p:sp>
        <p:nvSpPr>
          <p:cNvPr id="35" name="highlight-rail">
            <a:extLst xmlns:a="http://schemas.openxmlformats.org/drawingml/2006/main">
              <a:ext uri="{FF2B5EF4-FFF2-40B4-BE49-F238E27FC236}">
                <a16:creationId xmlns:a16="http://schemas.microsoft.com/office/drawing/2014/main" id="{29B37DBA-CDA5-46AF-BAE5-3821C41F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95450"/>
            <a:ext cx="9525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58827D-87BE-4855-883D-111E4BB4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95450"/>
            <a:ext cx="238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256F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4472C4"/>
                </a:solidFill>
                <a:latin typeface="Noto Sans CJK SC"/>
                <a:ea typeface="Noto Sans CJK SC"/>
                <a:cs typeface="Noto Sans CJK SC"/>
              </a:rPr>
              <a:t>DESIGN HIGHLIGHTS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8F9303-C333-4C94-9B6D-E84C4E7A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193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175" b="1">
                <a:solidFill>
                  <a:srgbClr val="BDD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4472C4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979340-73B1-4938-8386-1B53476B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2882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0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1">
                <a:solidFill>
                  <a:srgbClr val="0B1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语义统一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6E9492-6A92-4A9E-BC8F-095F0FE8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678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Beam / Graph 契约只定义一次，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678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消除双框架语义分叉。</a:t>
            </a:r>
          </a:p>
        </p:txBody>
      </p:sp>
      <p:sp>
        <p:nvSpPr>
          <p:cNvPr id="40" name="highlight-rule-1">
            <a:extLst xmlns:a="http://schemas.openxmlformats.org/drawingml/2006/main">
              <a:ext uri="{FF2B5EF4-FFF2-40B4-BE49-F238E27FC236}">
                <a16:creationId xmlns:a16="http://schemas.microsoft.com/office/drawing/2014/main" id="{E2061D14-0CF9-455A-B5E7-386CA31C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241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F88E0F-2AF1-4C77-AEEB-7940B242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175" b="1">
                <a:solidFill>
                  <a:srgbClr val="A8EAF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C89C2A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D95F95-F654-4E24-9339-A8738A26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146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0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1">
                <a:solidFill>
                  <a:srgbClr val="0B1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设备驻留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3F6C8A-A35E-4D85-9418-3061A63E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9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678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Beam 状态与持久 Buffer 留在设备侧，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678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Graph 路径避免主机回跳。</a:t>
            </a:r>
          </a:p>
        </p:txBody>
      </p:sp>
      <p:sp>
        <p:nvSpPr>
          <p:cNvPr id="44" name="highlight-rule-2">
            <a:extLst xmlns:a="http://schemas.openxmlformats.org/drawingml/2006/main">
              <a:ext uri="{FF2B5EF4-FFF2-40B4-BE49-F238E27FC236}">
                <a16:creationId xmlns:a16="http://schemas.microsoft.com/office/drawing/2014/main" id="{C0A9CA0E-661E-4ED6-AB8B-C1C5C91B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1002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4502EA-087A-4FF9-B6B6-85A85EB0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719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175" b="1">
                <a:solidFill>
                  <a:srgbClr val="AFE9D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C46A7A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800D877-01E2-4C2B-88CD-12A6B1C5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814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0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1">
                <a:solidFill>
                  <a:srgbClr val="0B1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平台解耦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131789-43BA-4429-962F-DA6CAC4E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958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2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678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CUDA / Ascend 只实现能力接口，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678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新增硬件不侵入 EngineCore。</a:t>
            </a:r>
          </a:p>
        </p:txBody>
      </p:sp>
      <p:sp>
        <p:nvSpPr>
          <p:cNvPr id="48" name="code-ownership-band">
            <a:extLst xmlns:a="http://schemas.openxmlformats.org/drawingml/2006/main">
              <a:ext uri="{FF2B5EF4-FFF2-40B4-BE49-F238E27FC236}">
                <a16:creationId xmlns:a16="http://schemas.microsoft.com/office/drawing/2014/main" id="{443F6EFA-3E83-4485-87F4-7BC81E6B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11252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DDEBF7"/>
          </a:solidFill>
          <a:ln xmlns:a="http://schemas.openxmlformats.org/drawingml/2006/main" w="10954">
            <a:solidFill>
              <a:srgbClr val="22222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D7B8B4-AD23-4E6B-976C-09CAAC30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1">
                <a:solidFill>
                  <a:srgbClr val="0B1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代码组织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08CB7B-AFE4-43F0-8596-80415AFD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47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6678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长期边界</a:t>
            </a:r>
          </a:p>
        </p:txBody>
      </p:sp>
      <p:sp>
        <p:nvSpPr>
          <p:cNvPr id="51" name="code-divider-1">
            <a:extLst xmlns:a="http://schemas.openxmlformats.org/drawingml/2006/main">
              <a:ext uri="{FF2B5EF4-FFF2-40B4-BE49-F238E27FC236}">
                <a16:creationId xmlns:a16="http://schemas.microsoft.com/office/drawing/2014/main" id="{D49DD2A8-66F4-45E6-A5FD-DB2FA902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31495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3066DB-AF2C-44CE-BE73-048C0A5F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14950"/>
            <a:ext cx="95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256F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4472C4"/>
                </a:solidFill>
                <a:latin typeface="Noto Sans CJK SC"/>
                <a:ea typeface="Noto Sans CJK SC"/>
                <a:cs typeface="Noto Sans CJK SC"/>
              </a:rPr>
              <a:t>COMMON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7CC5971-EFA5-4F77-BBB1-6EB29A68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5626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1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core/  engine/  execution/  beam/  worker/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1D5704-1672-494D-9EC3-97FA4838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86740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6678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只承载硬件无关的语义、状态与调度</a:t>
            </a:r>
          </a:p>
        </p:txBody>
      </p:sp>
      <p:sp>
        <p:nvSpPr>
          <p:cNvPr id="55" name="code-divider-2">
            <a:extLst xmlns:a="http://schemas.openxmlformats.org/drawingml/2006/main">
              <a:ext uri="{FF2B5EF4-FFF2-40B4-BE49-F238E27FC236}">
                <a16:creationId xmlns:a16="http://schemas.microsoft.com/office/drawing/2014/main" id="{9252896A-03F3-4448-807D-B67361AB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31495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F66C1A-40A9-48AA-ADF1-5F9B9268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314950"/>
            <a:ext cx="104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00A8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C46A7A"/>
                </a:solidFill>
                <a:latin typeface="Noto Sans CJK SC"/>
                <a:ea typeface="Noto Sans CJK SC"/>
                <a:cs typeface="Noto Sans CJK SC"/>
              </a:rPr>
              <a:t>PLATFORM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6FB034-AF49-42D9-B4D0-CE3F7B10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543550"/>
            <a:ext cx="2333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platforms/cuda/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B1F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platforms/ascend/</a:t>
            </a:r>
          </a:p>
        </p:txBody>
      </p:sp>
      <p:sp>
        <p:nvSpPr>
          <p:cNvPr id="58" name="code-divider-3">
            <a:extLst xmlns:a="http://schemas.openxmlformats.org/drawingml/2006/main">
              <a:ext uri="{FF2B5EF4-FFF2-40B4-BE49-F238E27FC236}">
                <a16:creationId xmlns:a16="http://schemas.microsoft.com/office/drawing/2014/main" id="{7A5121B4-9321-4890-9C25-33FB3CE2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31495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8BE23DB-E823-4600-B6DD-6BDCDD0C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14950"/>
            <a:ext cx="1905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1">
                <a:solidFill>
                  <a:srgbClr val="00A8D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6BB6B0"/>
                </a:solidFill>
                <a:latin typeface="Noto Sans CJK SC"/>
                <a:ea typeface="Noto Sans CJK SC"/>
                <a:cs typeface="Noto Sans CJK SC"/>
              </a:rPr>
              <a:t>DEPENDENCY RULE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EE5C4CF-367B-4D72-B56D-40197FCF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72125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公共层不感知硬件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平台后端只实现统一契约</a:t>
            </a:r>
          </a:p>
        </p:txBody>
      </p:sp>
      <p:sp>
        <p:nvSpPr>
          <p:cNvPr id="61" name="footer-accent">
            <a:extLst xmlns:a="http://schemas.openxmlformats.org/drawingml/2006/main">
              <a:ext uri="{FF2B5EF4-FFF2-40B4-BE49-F238E27FC236}">
                <a16:creationId xmlns:a16="http://schemas.microsoft.com/office/drawing/2014/main" id="{678A8795-D30F-466E-BEED-AA5BCBA9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66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footer-thesis">
            <a:extLst xmlns:a="http://schemas.openxmlformats.org/drawingml/2006/main">
              <a:ext uri="{FF2B5EF4-FFF2-40B4-BE49-F238E27FC236}">
                <a16:creationId xmlns:a16="http://schemas.microsoft.com/office/drawing/2014/main" id="{E6853FDF-3888-4CBF-B5B9-C7423B63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4842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目标结果：1 个控制面 + 1 套执行语义 + 2 个原生后端；后续特性按边界独立演进。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F38B327-6A5C-4DE8-8A61-9AB9413F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486525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825" b="1">
                <a:solidFill>
                  <a:srgbClr val="96A6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能力收敛到统一内核</a:t>
            </a:r>
          </a:p>
        </p:txBody>
      </p:sp>
    </p:spTree>
    <p:extLst>
      <p:ext uri="{BB962C8B-B14F-4D97-AF65-F5344CB8AC3E}">
        <p14:creationId xmlns:p14="http://schemas.microsoft.com/office/powerpoint/2010/main" val="2013873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95250" dir="5400000">
              <a:srgbClr val="1A5FD6">
                <a:alpha val="18000"/>
              </a:srgbClr>
            </a:outerShdw>
          </a:effectLst>
        </a:effectStyle>
        <a:effectStyle>
          <a:effectLst>
            <a:outerShdw blurRad="190500" dist="66675" dir="5400000">
              <a:srgbClr val="1C3553">
                <a:alpha val="10000"/>
              </a:srgbClr>
            </a:outerShdw>
          </a:effectLst>
        </a:effectStyle>
        <a:effectStyle>
          <a:effectLst>
            <a:outerShdw blurRad="133350" dist="60241" dir="4293903">
              <a:srgbClr val="000000">
                <a:alpha val="1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2026-09-01T15:12:31.4860000Z</dcterms:created>
  <dcterms:modified xsi:type="dcterms:W3CDTF">2026-09-01T15:12:31.4860000Z</dcterms:modified>
</coreProperties>
</file>